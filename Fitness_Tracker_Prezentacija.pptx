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2337"/>
                </a:solidFill>
              </a:rPr>
              <a:t>Fitness Tracker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498DB"/>
                </a:solidFill>
              </a:rPr>
              <a:t>Desktop aplikacija za praćenje prehrane
Python • Tkinter • Pandas</a:t>
            </a:r>
          </a:p>
        </p:txBody>
      </p:sp>
      <p:pic>
        <p:nvPicPr>
          <p:cNvPr id="5" name="Picture 4" descr="23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097280"/>
            <a:ext cx="3474720" cy="2839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7"/>
                </a:solidFill>
              </a:rPr>
              <a:t>Cilj projekta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92337"/>
                </a:solidFill>
              </a:defRPr>
            </a:pPr>
            <a:r>
              <a:t>• Unos hrane i gramaže</a:t>
            </a:r>
          </a:p>
          <a:p>
            <a:pPr>
              <a:defRPr sz="2200">
                <a:solidFill>
                  <a:srgbClr val="192337"/>
                </a:solidFill>
              </a:defRPr>
            </a:pPr>
            <a:r>
              <a:t>• Izračun kalorija i makronutrijenata</a:t>
            </a:r>
          </a:p>
          <a:p>
            <a:pPr>
              <a:defRPr sz="2200">
                <a:solidFill>
                  <a:srgbClr val="192337"/>
                </a:solidFill>
              </a:defRPr>
            </a:pPr>
            <a:r>
              <a:t>• Spremanje i učitavanje reporta</a:t>
            </a:r>
          </a:p>
          <a:p>
            <a:pPr>
              <a:defRPr sz="2200">
                <a:solidFill>
                  <a:srgbClr val="192337"/>
                </a:solidFill>
              </a:defRPr>
            </a:pPr>
            <a:r>
              <a:t>• Jednostavno GUI sučelje</a:t>
            </a:r>
          </a:p>
        </p:txBody>
      </p:sp>
      <p:pic>
        <p:nvPicPr>
          <p:cNvPr id="4" name="Picture 3" descr="23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634" y="1188720"/>
            <a:ext cx="3383280" cy="2015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Korištene tehnologije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Python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Tkinter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Pandas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Git &amp; GitHub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PyInstaller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7"/>
                </a:solidFill>
              </a:rPr>
              <a:t>GUI aplikacija</a:t>
            </a:r>
          </a:p>
        </p:txBody>
      </p:sp>
      <p:pic>
        <p:nvPicPr>
          <p:cNvPr id="3" name="Picture 2" descr="23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21" y="1203425"/>
            <a:ext cx="6304757" cy="5151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337"/>
                </a:solidFill>
              </a:rPr>
              <a:t>GitHub repozitorij</a:t>
            </a:r>
          </a:p>
        </p:txBody>
      </p:sp>
      <p:pic>
        <p:nvPicPr>
          <p:cNvPr id="3" name="Picture 2" descr="23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44" y="1710319"/>
            <a:ext cx="6889912" cy="3875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2026" y="157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192337"/>
                </a:solidFill>
              </a:rPr>
              <a:t>Zaključak</a:t>
            </a:r>
            <a:endParaRPr sz="2800" b="1" dirty="0">
              <a:solidFill>
                <a:srgbClr val="1923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23371" y="25370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92337"/>
                </a:solidFill>
              </a:defRPr>
            </a:pPr>
            <a:r>
              <a:rPr dirty="0"/>
              <a:t>✓ </a:t>
            </a:r>
            <a:r>
              <a:rPr dirty="0" err="1"/>
              <a:t>Praćenje</a:t>
            </a:r>
            <a:r>
              <a:rPr dirty="0"/>
              <a:t> </a:t>
            </a:r>
            <a:r>
              <a:rPr dirty="0" err="1"/>
              <a:t>prehrane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kalorija</a:t>
            </a:r>
            <a:endParaRPr dirty="0"/>
          </a:p>
          <a:p>
            <a:pPr>
              <a:defRPr sz="2200">
                <a:solidFill>
                  <a:srgbClr val="192337"/>
                </a:solidFill>
              </a:defRPr>
            </a:pPr>
            <a:r>
              <a:rPr dirty="0"/>
              <a:t>✓ </a:t>
            </a:r>
            <a:r>
              <a:rPr dirty="0" err="1"/>
              <a:t>Spremanje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učitavanje</a:t>
            </a:r>
            <a:r>
              <a:rPr dirty="0"/>
              <a:t> </a:t>
            </a:r>
            <a:r>
              <a:rPr dirty="0" err="1"/>
              <a:t>podataka</a:t>
            </a:r>
            <a:endParaRPr dirty="0"/>
          </a:p>
          <a:p>
            <a:pPr>
              <a:defRPr sz="2200">
                <a:solidFill>
                  <a:srgbClr val="192337"/>
                </a:solidFill>
              </a:defRPr>
            </a:pPr>
            <a:r>
              <a:rPr dirty="0"/>
              <a:t>✓ </a:t>
            </a:r>
            <a:r>
              <a:rPr dirty="0" err="1"/>
              <a:t>Korištenje</a:t>
            </a:r>
            <a:r>
              <a:rPr dirty="0"/>
              <a:t> GUI </a:t>
            </a:r>
            <a:r>
              <a:rPr dirty="0" err="1"/>
              <a:t>aplikacije</a:t>
            </a:r>
            <a:endParaRPr dirty="0"/>
          </a:p>
          <a:p>
            <a:pPr>
              <a:defRPr sz="2200">
                <a:solidFill>
                  <a:srgbClr val="192337"/>
                </a:solidFill>
              </a:defRPr>
            </a:pPr>
            <a:r>
              <a:rPr dirty="0"/>
              <a:t>✓ </a:t>
            </a:r>
            <a:r>
              <a:rPr dirty="0" err="1"/>
              <a:t>Mogućnost</a:t>
            </a:r>
            <a:r>
              <a:rPr dirty="0"/>
              <a:t> </a:t>
            </a:r>
            <a:r>
              <a:rPr dirty="0" err="1"/>
              <a:t>daljnjih</a:t>
            </a:r>
            <a:r>
              <a:rPr dirty="0"/>
              <a:t> </a:t>
            </a:r>
            <a:r>
              <a:rPr dirty="0" err="1"/>
              <a:t>nadogradnji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</Words>
  <Application>Microsoft Office PowerPoint</Application>
  <PresentationFormat>Prikaz na zaslonu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Pavlović PavleK</dc:creator>
  <cp:keywords/>
  <dc:description>generated using python-pptx</dc:description>
  <cp:lastModifiedBy>Ivan Pavlović</cp:lastModifiedBy>
  <cp:revision>2</cp:revision>
  <dcterms:created xsi:type="dcterms:W3CDTF">2013-01-27T09:14:16Z</dcterms:created>
  <dcterms:modified xsi:type="dcterms:W3CDTF">2026-05-20T17:04:04Z</dcterms:modified>
  <cp:category/>
</cp:coreProperties>
</file>